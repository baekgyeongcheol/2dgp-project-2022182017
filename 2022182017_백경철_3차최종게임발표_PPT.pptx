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69" r:id="rId3"/>
    <p:sldId id="27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B2C8E-7952-4656-BD07-51F525B50358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EAB6-E03F-4876-A242-5ED7E6813D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30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274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98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710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80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34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1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3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94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4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6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B7A21DD-7D23-4135-9692-3EF73C4E8D92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49D70D1-9F36-4EF3-B401-57AE4BCE7D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192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C701A7F-C902-4A01-A29C-2D2A1053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35" y="2935224"/>
            <a:ext cx="10074729" cy="987552"/>
          </a:xfrm>
        </p:spPr>
        <p:txBody>
          <a:bodyPr>
            <a:noAutofit/>
          </a:bodyPr>
          <a:lstStyle/>
          <a:p>
            <a:r>
              <a:rPr lang="en-US" altLang="ko-KR" sz="7200" dirty="0">
                <a:latin typeface="+mj-ea"/>
              </a:rPr>
              <a:t>3</a:t>
            </a:r>
            <a:r>
              <a:rPr lang="ko-KR" altLang="en-US" sz="7200" dirty="0">
                <a:latin typeface="+mj-ea"/>
              </a:rPr>
              <a:t>차 최종 프로젝트 발표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78208-286A-4D11-B67B-BFEC656E80B3}"/>
              </a:ext>
            </a:extLst>
          </p:cNvPr>
          <p:cNvSpPr txBox="1"/>
          <p:nvPr/>
        </p:nvSpPr>
        <p:spPr>
          <a:xfrm>
            <a:off x="9373589" y="6107875"/>
            <a:ext cx="233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2022182017 </a:t>
            </a:r>
            <a:r>
              <a:rPr lang="ko-KR" altLang="en-US" sz="2000" b="1" dirty="0">
                <a:latin typeface="+mn-ea"/>
              </a:rPr>
              <a:t>백경철</a:t>
            </a:r>
          </a:p>
        </p:txBody>
      </p:sp>
    </p:spTree>
    <p:extLst>
      <p:ext uri="{BB962C8B-B14F-4D97-AF65-F5344CB8AC3E}">
        <p14:creationId xmlns:p14="http://schemas.microsoft.com/office/powerpoint/2010/main" val="134512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F2D68-294D-44E8-9678-E99F1673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60864" cy="987552"/>
          </a:xfrm>
        </p:spPr>
        <p:txBody>
          <a:bodyPr/>
          <a:lstStyle/>
          <a:p>
            <a:r>
              <a:rPr lang="ko-KR" altLang="en-US" dirty="0"/>
              <a:t>개발 진척도</a:t>
            </a:r>
          </a:p>
        </p:txBody>
      </p:sp>
      <p:graphicFrame>
        <p:nvGraphicFramePr>
          <p:cNvPr id="4" name="표 5">
            <a:extLst>
              <a:ext uri="{FF2B5EF4-FFF2-40B4-BE49-F238E27FC236}">
                <a16:creationId xmlns:a16="http://schemas.microsoft.com/office/drawing/2014/main" id="{D75F09AF-A3B0-4C12-9E94-979F109D9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49255"/>
              </p:ext>
            </p:extLst>
          </p:nvPr>
        </p:nvGraphicFramePr>
        <p:xfrm>
          <a:off x="681512" y="1090470"/>
          <a:ext cx="10878754" cy="5094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426">
                  <a:extLst>
                    <a:ext uri="{9D8B030D-6E8A-4147-A177-3AD203B41FA5}">
                      <a16:colId xmlns:a16="http://schemas.microsoft.com/office/drawing/2014/main" val="1305759329"/>
                    </a:ext>
                  </a:extLst>
                </a:gridCol>
                <a:gridCol w="4263241">
                  <a:extLst>
                    <a:ext uri="{9D8B030D-6E8A-4147-A177-3AD203B41FA5}">
                      <a16:colId xmlns:a16="http://schemas.microsoft.com/office/drawing/2014/main" val="2649623175"/>
                    </a:ext>
                  </a:extLst>
                </a:gridCol>
                <a:gridCol w="4198225">
                  <a:extLst>
                    <a:ext uri="{9D8B030D-6E8A-4147-A177-3AD203B41FA5}">
                      <a16:colId xmlns:a16="http://schemas.microsoft.com/office/drawing/2014/main" val="2965406372"/>
                    </a:ext>
                  </a:extLst>
                </a:gridCol>
                <a:gridCol w="806862">
                  <a:extLst>
                    <a:ext uri="{9D8B030D-6E8A-4147-A177-3AD203B41FA5}">
                      <a16:colId xmlns:a16="http://schemas.microsoft.com/office/drawing/2014/main" val="3954356283"/>
                    </a:ext>
                  </a:extLst>
                </a:gridCol>
              </a:tblGrid>
              <a:tr h="3187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목표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실제 개발 완료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진척도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72018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개의 스테이지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불타는 도시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미래형 도시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모두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100%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513696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캐릭터 컨트롤러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캐릭터들의 이동 및 공격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특수 상태 등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점프 중 방향 전환과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투사체가 플레이어당 맵 내에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개만 존재하도록 하는 과정에서 상태 진입 오류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플레이에는 지장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X)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90%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569424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상호작용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캐릭터의 히트 및 공격 범위 간에 충돌 및 투사체와 캐릭터 간에 충돌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모두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100%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35015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모델링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개의 플레이어블 캐릭터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모두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100%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5225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AI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캐릭터 별로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를 따로 적용하여 처한 상황에 따라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의 행동 트리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와 플레이어 간에 거리 계산 과정에서 어리둥절하는 경우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90%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15195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사운드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게임 모드별로 배경 음악과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캐릭터들의 특정 상태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검격 공격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투사체 발사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순간이동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에 효과음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모두 추가 완료하였으나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해당 동작과 효과음의 발생 시간이 약간 일치하지 않는 부분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95%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162495"/>
                  </a:ext>
                </a:extLst>
              </a:tr>
              <a:tr h="666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+mn-ea"/>
                          <a:ea typeface="+mn-ea"/>
                        </a:rPr>
                        <a:t>애니메이션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캐릭터의 모든 상태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걷기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점프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기본 공격 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별 움직임과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투사체의 애니메이션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모두 구현 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100%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46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74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3A6DFFA-8F0D-421A-B416-415D53E4B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38" y="1615045"/>
            <a:ext cx="7165198" cy="4180318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D243EE07-4E19-4E6C-A2F9-EA7C0FCD0F3D}"/>
              </a:ext>
            </a:extLst>
          </p:cNvPr>
          <p:cNvSpPr txBox="1">
            <a:spLocks/>
          </p:cNvSpPr>
          <p:nvPr/>
        </p:nvSpPr>
        <p:spPr bwMode="black">
          <a:xfrm>
            <a:off x="0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cap="none" spc="0">
                <a:ln w="18415" cmpd="sng">
                  <a:noFill/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dirty="0" err="1"/>
              <a:t>Github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D0B1D3F2-40A1-4014-B222-92E20E4B6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21639"/>
              </p:ext>
            </p:extLst>
          </p:nvPr>
        </p:nvGraphicFramePr>
        <p:xfrm>
          <a:off x="8330346" y="1615038"/>
          <a:ext cx="3109550" cy="4184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394">
                  <a:extLst>
                    <a:ext uri="{9D8B030D-6E8A-4147-A177-3AD203B41FA5}">
                      <a16:colId xmlns:a16="http://schemas.microsoft.com/office/drawing/2014/main" val="3197463228"/>
                    </a:ext>
                  </a:extLst>
                </a:gridCol>
                <a:gridCol w="1128156">
                  <a:extLst>
                    <a:ext uri="{9D8B030D-6E8A-4147-A177-3AD203B41FA5}">
                      <a16:colId xmlns:a16="http://schemas.microsoft.com/office/drawing/2014/main" val="274522456"/>
                    </a:ext>
                  </a:extLst>
                </a:gridCol>
              </a:tblGrid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Week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Commits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747057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Sep 28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908486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Oct 26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87583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Nov 02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869147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Nov 09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43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04642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Nov 16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298599"/>
                  </a:ext>
                </a:extLst>
              </a:tr>
              <a:tr h="5263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Nov 23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90004"/>
                  </a:ext>
                </a:extLst>
              </a:tr>
              <a:tr h="5225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Week of Nov 30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54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26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808612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우주 테마</Template>
  <TotalTime>215</TotalTime>
  <Words>229</Words>
  <Application>Microsoft Office PowerPoint</Application>
  <PresentationFormat>와이드스크린</PresentationFormat>
  <Paragraphs>52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맑은 고딕</vt:lpstr>
      <vt:lpstr>휴먼모음T</vt:lpstr>
      <vt:lpstr>Arial</vt:lpstr>
      <vt:lpstr>Corbel</vt:lpstr>
      <vt:lpstr>Tw Cen MT</vt:lpstr>
      <vt:lpstr>Wingdings</vt:lpstr>
      <vt:lpstr>Wingdings 2</vt:lpstr>
      <vt:lpstr>New_Korea03</vt:lpstr>
      <vt:lpstr>3차 최종 프로젝트 발표</vt:lpstr>
      <vt:lpstr>개발 진척도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메가맨(록맨) 기반 액션 대전 게임</dc:title>
  <dc:creator>4949 49</dc:creator>
  <cp:lastModifiedBy>4949 49</cp:lastModifiedBy>
  <cp:revision>43</cp:revision>
  <dcterms:created xsi:type="dcterms:W3CDTF">2025-09-28T06:10:02Z</dcterms:created>
  <dcterms:modified xsi:type="dcterms:W3CDTF">2025-12-06T16:49:03Z</dcterms:modified>
</cp:coreProperties>
</file>